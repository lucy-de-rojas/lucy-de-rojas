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86FC-79EA-01D8-3B42-7537B0A46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17924-2876-2A26-5DD2-E4825505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1350F-4206-CEB1-1C9D-EC8854F4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11234-4792-C0EE-C202-413BD3AE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9FDE-88D4-5925-A2CA-071B5B53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67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AB7A-1F15-EFAE-6747-E0DCA35F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697A-249F-B521-6093-84C84E18B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B1D25-FE20-F53F-568F-F9AF24D4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27EFB-1A42-7B45-3956-C3839AC0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CAAA1-196C-8158-649A-1AC5B0DE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27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B967-DB34-A2DC-59F8-379CF714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708EE-117A-C5AC-793D-BD7F44CE3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7A9C7-5C81-21C0-C373-40461F0D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94C16-397B-304D-93D6-E022E2C5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B7893-5CD0-7BA5-F004-848A514F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58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6EC-FF14-A406-5661-3E173662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0E69-7469-6E94-534A-AF3DA0D01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2D0F1-4930-E534-75A9-3A1346DD9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DB67E-93BB-9184-2319-EA4C4EC4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22A05-2FB8-B60D-CC8C-AE3A9757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69F57-9E5B-59B7-5E90-A422DAA5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3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0B85-3A9D-1E62-9AC7-EB7316899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62F0-707E-85F5-A1DA-4B247A207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9436-2D95-1FEA-6675-58EF0C9A2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15046-336B-B7F2-0B11-8C82CE17C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F1FF8-92EF-F1FD-ADBF-5B104FFC7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68B8E-22C5-6BC3-EC01-E49BA30B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08D50-2903-4B3A-3794-4D356D1C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3C996-A7F6-541B-A8C6-CE5CD84A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23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B3AF-24A5-A7F7-9527-558A119C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FF371-231F-DB5E-C68A-0B882D9E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57DE6-2D9A-3FD1-2F5F-FF566EC4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BDD60-85A6-0E01-2AE5-B037881D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51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13CC6-9847-A4B0-DE43-398E8659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CD419-B51B-944F-74D9-6D71E9D1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19CB1-FCE5-E654-1FA5-786FB313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32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27B0-04AE-2F90-D870-2FD91F20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1C28-8868-C813-63C1-C42F9637D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9C9D6-FAB0-2C4D-3437-CD03CF075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CD832-8C50-3F5A-1D3B-EDB25E0D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DF6BD-265A-B257-6B1D-F1D54495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D7C3D-AD63-55D5-8C91-A5E0902B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6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9200-8DE4-CA37-E0B8-2054DEF52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DC0F8-FDA7-CD0F-BEB6-B30977229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97071-0D00-968B-31BC-7CD47E6B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8ECEC-078D-2774-A1B5-6F0E9BF6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A916-1169-7DE7-315F-6945E1B0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609B6-1699-AA27-CEAF-7E35E806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27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65AF-C117-D65D-FCCA-9C2827C7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916CE-ADAE-0044-25E7-41D739DA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6F6DE-FC32-4D4D-D723-D0197E88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51AD4-792B-051F-501B-47052997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6E49B-EDF3-9924-11E7-5A26E367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7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E2EDC-E917-21DE-4C50-E756BE4AD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DC985-8C3B-E4A0-DA74-E7ABA2511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45709-4A44-755E-1733-1FC80CD3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7654-2CF7-C394-31E8-35A00DB9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6FA2F-7BED-AAFF-0E94-A69B4C57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2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D685A-52C1-3E38-201A-3BCF8D9C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91186-956F-955E-89C4-0D25ED905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E565D-909F-A94A-6620-8F5B165A0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A0596-42BF-423A-AEDB-5B7F152E3F09}" type="datetimeFigureOut">
              <a:rPr lang="en-GB" smtClean="0"/>
              <a:t>Thu 28/07/2022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16B24-1C8D-6C7C-9230-02CE77DB4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0254-66AD-12C0-3489-F439E5070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73638-4BC1-4E80-BDF2-B303B2CF9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49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263A-39EF-234C-09EF-6861B93C6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60170-FFE7-6389-0D9A-A5F089731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do this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8652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2000" fill="hold" grpId="0" nodeType="after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0" presetID="42" presetClass="entr" presetSubtype="0" fill="hold" grpId="0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2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2000" fill="hold" grpId="0" nodeType="after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0" presetID="42" presetClass="entr" presetSubtype="0" fill="hold" grpId="0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2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men playing tennis&#10;&#10;Description automatically generated with low confidence">
            <a:extLst>
              <a:ext uri="{FF2B5EF4-FFF2-40B4-BE49-F238E27FC236}">
                <a16:creationId xmlns:a16="http://schemas.microsoft.com/office/drawing/2014/main" id="{A8837F42-3C9E-587E-2B64-C4FB97DAF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0"/>
            <a:ext cx="9332259" cy="68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2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Hello world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</dc:title>
  <dc:creator>lucy Rojas</dc:creator>
  <cp:lastModifiedBy>lucy Rojas</cp:lastModifiedBy>
  <cp:revision>1</cp:revision>
  <dcterms:created xsi:type="dcterms:W3CDTF">2022-07-28T06:09:50Z</dcterms:created>
  <dcterms:modified xsi:type="dcterms:W3CDTF">2022-07-28T06:16:29Z</dcterms:modified>
</cp:coreProperties>
</file>